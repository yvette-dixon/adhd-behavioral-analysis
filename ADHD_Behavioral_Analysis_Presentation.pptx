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For my final project, I explored behavioral patterns related to ADHD in children. I will discuss the dataset, cleaning process, analysis, visualizations, statistical results, conclusions,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chose this topic because ADHD is a common developmental condition that affects many children. My goal was to explore which behaviors were most strongly connected to ADHD symptoms.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used a public ADHD dataset from Kaggle. The dataset contained information about children’s behaviors, attention levels, focus scores, activity levels, and other ADHD-related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analyzing the data, I cleaned the dataset to make sure the information was accurate and consistent. No missing values or duplicate rows were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used descriptive statistics to better understand the dataset. Focus scores varied widely, which was important for studying ADHD 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grouped the data by ADHD diagnosis level to compare behaviors across groups. Higher ADHD levels were connected with lower focus and more organization difficulties.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bar chart shows average focus score by ADHD diagnosis group. Children in higher ADHD groups had noticeably lower focus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histogram shows the distribution of daily phone usage. Most individuals used phones for a moderate amount of time, although some had very high screen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scatter plot compares phone usage and focus score. The points are spread out with no clear pattern, suggesting phone usage alone may not strongly predict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statistical analysis, I used correlation analysis. The strongest relationships were found in behavioral variables and organizational difficulties. Focus score had a negative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Overall, the results support my original hypothesis. Behavioral and attention-related variables were strongly connected to ADHD symptoms.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limitations to this project, including possible bias, outliers, and the fact that correlation does not prove cause and effect. However, the project still provided useful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ADHD Behaviors in Children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Final Course Project</a:t>
            </a:r>
          </a:p>
          <a:p>
            <a:pPr>
              <a:spcAft>
                <a:spcPts val="1000"/>
              </a:spcAft>
              <a:defRPr sz="2200"/>
            </a:pPr>
            <a:r>
              <a:t>Your Name</a:t>
            </a:r>
          </a:p>
          <a:p>
            <a:pPr>
              <a:spcAft>
                <a:spcPts val="1000"/>
              </a:spcAft>
              <a:defRPr sz="2200"/>
            </a:pPr>
            <a:r>
              <a:t>Course Name</a:t>
            </a:r>
          </a:p>
          <a:p>
            <a:pPr>
              <a:spcAft>
                <a:spcPts val="1000"/>
              </a:spcAft>
              <a:defRPr sz="2200"/>
            </a:pPr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Introduction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ADHD affects attention, behavior, and learning in children.</a:t>
            </a:r>
          </a:p>
          <a:p>
            <a:pPr>
              <a:spcAft>
                <a:spcPts val="1000"/>
              </a:spcAft>
              <a:defRPr sz="2200"/>
            </a:pPr>
            <a:r>
              <a:t>It can impact school performance and daily activities.</a:t>
            </a:r>
          </a:p>
          <a:p>
            <a:pPr>
              <a:spcAft>
                <a:spcPts val="1000"/>
              </a:spcAft>
              <a:defRPr sz="2200"/>
            </a:pPr>
            <a:r>
              <a:t>Understanding behavior patterns may help identify ADHD-related challenges.</a:t>
            </a:r>
          </a:p>
          <a:p>
            <a:pPr>
              <a:spcAft>
                <a:spcPts val="1000"/>
              </a:spcAft>
              <a:defRPr sz="1900"/>
            </a:pPr>
            <a:r>
              <a:t>Research Question: Which behavioral characteristics are most associated with ADHD symptoms in children?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Dataset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Dataset: ADHD Dataset (4 Classes) from Kaggle</a:t>
            </a:r>
          </a:p>
          <a:p>
            <a:pPr>
              <a:spcAft>
                <a:spcPts val="1000"/>
              </a:spcAft>
              <a:defRPr sz="2200"/>
            </a:pPr>
            <a:r>
              <a:t>Approximately 6,500 rows and 32 columns</a:t>
            </a:r>
          </a:p>
          <a:p>
            <a:pPr>
              <a:spcAft>
                <a:spcPts val="1000"/>
              </a:spcAft>
              <a:defRPr sz="1900"/>
            </a:pPr>
            <a:r>
              <a:t>Includes age, gender, sleep hours, activity levels, focus scores, behavioral question scores, learning difficulties, and anxiety/depression levels</a:t>
            </a:r>
          </a:p>
          <a:p>
            <a:pPr>
              <a:spcAft>
                <a:spcPts val="1000"/>
              </a:spcAft>
              <a:defRPr sz="2200"/>
            </a:pPr>
            <a:r>
              <a:t>Link: https://www.kaggle.com/datasets/a7md19/adhd-dataset-4-classes-u2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Data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Checked for missing values</a:t>
            </a:r>
          </a:p>
          <a:p>
            <a:pPr>
              <a:spcAft>
                <a:spcPts val="1000"/>
              </a:spcAft>
              <a:defRPr sz="2200"/>
            </a:pPr>
            <a:r>
              <a:t>Checked for duplicate rows</a:t>
            </a:r>
          </a:p>
          <a:p>
            <a:pPr>
              <a:spcAft>
                <a:spcPts val="1000"/>
              </a:spcAft>
              <a:defRPr sz="2200"/>
            </a:pPr>
            <a:r>
              <a:t>Standardized column names</a:t>
            </a:r>
          </a:p>
          <a:p>
            <a:pPr>
              <a:spcAft>
                <a:spcPts val="1000"/>
              </a:spcAft>
              <a:defRPr sz="2200"/>
            </a:pPr>
            <a:r>
              <a:t>Standardized text formatting</a:t>
            </a:r>
          </a:p>
          <a:p>
            <a:pPr>
              <a:spcAft>
                <a:spcPts val="1000"/>
              </a:spcAft>
              <a:defRPr sz="2200"/>
            </a:pPr>
            <a:r>
              <a:t>Saved cleaned dataset</a:t>
            </a:r>
          </a:p>
          <a:p>
            <a:pPr>
              <a:spcAft>
                <a:spcPts val="1000"/>
              </a:spcAft>
              <a:defRPr sz="2200"/>
            </a:pPr>
            <a:r>
              <a:t>Findings: No missing values and no duplicate rows were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Average age: about 11.5 years</a:t>
            </a:r>
          </a:p>
          <a:p>
            <a:pPr>
              <a:spcAft>
                <a:spcPts val="1000"/>
              </a:spcAft>
              <a:defRPr sz="2200"/>
            </a:pPr>
            <a:r>
              <a:t>Average sleep: about 7.5 hours</a:t>
            </a:r>
          </a:p>
          <a:p>
            <a:pPr>
              <a:spcAft>
                <a:spcPts val="1000"/>
              </a:spcAft>
              <a:defRPr sz="2200"/>
            </a:pPr>
            <a:r>
              <a:t>Average phone usage: about 3.6 hours</a:t>
            </a:r>
          </a:p>
          <a:p>
            <a:pPr>
              <a:spcAft>
                <a:spcPts val="1000"/>
              </a:spcAft>
              <a:defRPr sz="2200"/>
            </a:pPr>
            <a:r>
              <a:t>Focus scores ranged from 1 to 10</a:t>
            </a:r>
          </a:p>
          <a:p>
            <a:pPr>
              <a:spcAft>
                <a:spcPts val="1000"/>
              </a:spcAft>
              <a:defRPr sz="2200"/>
            </a:pPr>
            <a:r>
              <a:t>Observation: one age value appeared unusually high for a child-focused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Grouping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Grouped data by ADHD diagnosis class</a:t>
            </a:r>
          </a:p>
          <a:p>
            <a:pPr>
              <a:spcAft>
                <a:spcPts val="1000"/>
              </a:spcAft>
              <a:defRPr sz="2200"/>
            </a:pPr>
            <a:r>
              <a:t>Higher ADHD groups had lower focus scores</a:t>
            </a:r>
          </a:p>
          <a:p>
            <a:pPr>
              <a:spcAft>
                <a:spcPts val="1000"/>
              </a:spcAft>
              <a:defRPr sz="2200"/>
            </a:pPr>
            <a:r>
              <a:t>Higher ADHD groups had more difficulty organizing tasks</a:t>
            </a:r>
          </a:p>
          <a:p>
            <a:pPr>
              <a:spcAft>
                <a:spcPts val="1000"/>
              </a:spcAft>
              <a:defRPr sz="2200"/>
            </a:pPr>
            <a:r>
              <a:t>Learning difficulties were more common in ADHD groups</a:t>
            </a:r>
          </a:p>
          <a:p>
            <a:pPr>
              <a:spcAft>
                <a:spcPts val="1000"/>
              </a:spcAft>
              <a:defRPr sz="2200"/>
            </a:pPr>
            <a:r>
              <a:t>Anxiety/depression levels were higher in ADHD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Visualization 1: Average Focus Score by ADHD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Insert your bar chart screenshot here</a:t>
            </a:r>
          </a:p>
          <a:p>
            <a:pPr>
              <a:spcAft>
                <a:spcPts val="1000"/>
              </a:spcAft>
              <a:defRPr sz="2200"/>
            </a:pPr>
            <a:r>
              <a:t>Main finding: As ADHD levels increased, focus scores decreased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Visualization 2: Distribution of Daily Phone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Insert your histogram screenshot here</a:t>
            </a:r>
          </a:p>
          <a:p>
            <a:pPr>
              <a:spcAft>
                <a:spcPts val="1000"/>
              </a:spcAft>
              <a:defRPr sz="2200"/>
            </a:pPr>
            <a:r>
              <a:t>Main finding: Most children used phones between 2 and 5 hours daily</a:t>
            </a:r>
          </a:p>
          <a:p>
            <a:pPr>
              <a:spcAft>
                <a:spcPts val="1000"/>
              </a:spcAft>
              <a:defRPr sz="2200"/>
            </a:pPr>
            <a:r>
              <a:t>Some individuals had very high phone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Visualization 3: Phone Usage vs Focus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Insert your scatter plot screenshot here</a:t>
            </a:r>
          </a:p>
          <a:p>
            <a:pPr>
              <a:spcAft>
                <a:spcPts val="1000"/>
              </a:spcAft>
              <a:defRPr sz="1900"/>
            </a:pPr>
            <a:r>
              <a:t>Main finding: No strong relationship was found between phone usage and focus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Method used: Correlation Analysis</a:t>
            </a:r>
          </a:p>
          <a:p>
            <a:pPr>
              <a:spcAft>
                <a:spcPts val="1000"/>
              </a:spcAft>
              <a:defRPr sz="2200"/>
            </a:pPr>
            <a:r>
              <a:t>Q1 behavioral variables: about 0.82–0.83</a:t>
            </a:r>
          </a:p>
          <a:p>
            <a:pPr>
              <a:spcAft>
                <a:spcPts val="1000"/>
              </a:spcAft>
              <a:defRPr sz="2200"/>
            </a:pPr>
            <a:r>
              <a:t>Difficulty organizing tasks: 0.71</a:t>
            </a:r>
          </a:p>
          <a:p>
            <a:pPr>
              <a:spcAft>
                <a:spcPts val="1000"/>
              </a:spcAft>
              <a:defRPr sz="2200"/>
            </a:pPr>
            <a:r>
              <a:t>Learning difficulties: 0.49</a:t>
            </a:r>
          </a:p>
          <a:p>
            <a:pPr>
              <a:spcAft>
                <a:spcPts val="1000"/>
              </a:spcAft>
              <a:defRPr sz="2200"/>
            </a:pPr>
            <a:r>
              <a:t>Focus score: -0.40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Behavioral variables were strongly related to ADHD</a:t>
            </a:r>
          </a:p>
          <a:p>
            <a:pPr>
              <a:spcAft>
                <a:spcPts val="1000"/>
              </a:spcAft>
              <a:defRPr sz="2200"/>
            </a:pPr>
            <a:r>
              <a:t>Focus decreased as ADHD levels increased</a:t>
            </a:r>
          </a:p>
          <a:p>
            <a:pPr>
              <a:spcAft>
                <a:spcPts val="1000"/>
              </a:spcAft>
              <a:defRPr sz="2200"/>
            </a:pPr>
            <a:r>
              <a:t>Organization and learning difficulties were important indicators</a:t>
            </a:r>
          </a:p>
          <a:p>
            <a:pPr>
              <a:spcAft>
                <a:spcPts val="1000"/>
              </a:spcAft>
              <a:defRPr sz="2200"/>
            </a:pPr>
            <a:r>
              <a:t>Sleep, activity, age, and phone usage showed weak relationships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Limitations &amp; Final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Correlation does not prove causation</a:t>
            </a:r>
          </a:p>
          <a:p>
            <a:pPr>
              <a:spcAft>
                <a:spcPts val="1000"/>
              </a:spcAft>
              <a:defRPr sz="2200"/>
            </a:pPr>
            <a:r>
              <a:t>Some survey responses may contain bias</a:t>
            </a:r>
          </a:p>
          <a:p>
            <a:pPr>
              <a:spcAft>
                <a:spcPts val="1000"/>
              </a:spcAft>
              <a:defRPr sz="2200"/>
            </a:pPr>
            <a:r>
              <a:t>Dataset may not represent all populations</a:t>
            </a:r>
          </a:p>
          <a:p>
            <a:pPr>
              <a:spcAft>
                <a:spcPts val="1000"/>
              </a:spcAft>
              <a:defRPr sz="2200"/>
            </a:pPr>
            <a:r>
              <a:t>Possible outliers in the data</a:t>
            </a:r>
          </a:p>
          <a:p>
            <a:pPr>
              <a:spcAft>
                <a:spcPts val="1000"/>
              </a:spcAft>
              <a:defRPr sz="1900"/>
            </a:pPr>
            <a:r>
              <a:t>Final thought: Data analysis can help identify patterns related to ADHD behaviors in children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